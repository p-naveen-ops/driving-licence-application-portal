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86" r:id="rId3"/>
    <p:sldId id="260" r:id="rId4"/>
    <p:sldId id="278" r:id="rId5"/>
    <p:sldId id="257" r:id="rId6"/>
    <p:sldId id="321" r:id="rId7"/>
    <p:sldId id="326" r:id="rId8"/>
    <p:sldId id="322" r:id="rId9"/>
    <p:sldId id="323" r:id="rId10"/>
    <p:sldId id="330" r:id="rId11"/>
    <p:sldId id="328" r:id="rId12"/>
    <p:sldId id="329" r:id="rId13"/>
    <p:sldId id="324" r:id="rId14"/>
    <p:sldId id="277" r:id="rId15"/>
    <p:sldId id="320" r:id="rId16"/>
    <p:sldId id="327" r:id="rId17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howGuides="1">
      <p:cViewPr varScale="1">
        <p:scale>
          <a:sx n="78" d="100"/>
          <a:sy n="78" d="100"/>
        </p:scale>
        <p:origin x="1555" y="62"/>
      </p:cViewPr>
      <p:guideLst>
        <p:guide orient="horz" pos="2160"/>
        <p:guide pos="2904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578FE-A624-4D92-B093-82C1BFA47D1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2A2A7-8E58-4AA3-854C-AFDBFBEC253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hyperlink" Target="http://www.klh.edu.in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201361"/>
          </a:xfrm>
        </p:spPr>
        <p:txBody>
          <a:bodyPr>
            <a:normAutofit fontScale="90000"/>
          </a:bodyPr>
          <a:lstStyle/>
          <a:p>
            <a:pPr>
              <a:defRPr/>
            </a:pPr>
            <a:b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br>
              <a:rPr lang="en-US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 Meeting 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/>
              <a:t>Driving Licence Application Portal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366277"/>
            <a:ext cx="8458200" cy="2895600"/>
          </a:xfrm>
        </p:spPr>
        <p:txBody>
          <a:bodyPr>
            <a:normAutofit fontScale="32500" lnSpcReduction="20000"/>
          </a:bodyPr>
          <a:lstStyle/>
          <a:p>
            <a:pPr marR="0" algn="ctr" eaLnBrk="1" hangingPunct="1">
              <a:lnSpc>
                <a:spcPct val="80000"/>
              </a:lnSpc>
              <a:defRPr/>
            </a:pPr>
            <a:endParaRPr lang="en-US" sz="2000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3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US" sz="43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50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: P. Naveen                        roll no : 2520030518</a:t>
            </a:r>
            <a:endParaRPr lang="en-US" sz="5000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50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: K. Charith                       roll no: 2520030356</a:t>
            </a:r>
            <a:endParaRPr lang="en-US" sz="5000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3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endParaRPr lang="en-US" sz="3300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defRPr/>
            </a:pPr>
            <a:endParaRPr lang="en-US" sz="3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defRPr/>
            </a:pPr>
            <a:r>
              <a:rPr lang="en-US" sz="36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Number: 1</a:t>
            </a:r>
            <a:endParaRPr lang="en-US" sz="36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3300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13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GB" sz="3300" b="1" i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Under the guidance of </a:t>
            </a:r>
            <a:endParaRPr lang="en-GB" sz="3300" b="1" i="1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4900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9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Pavithra</a:t>
            </a:r>
            <a:endParaRPr lang="en-US" sz="49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3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</a:t>
            </a:r>
            <a:endParaRPr lang="en-US" sz="34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endParaRPr lang="en-US" sz="2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ctr" eaLnBrk="1" hangingPunct="1">
              <a:lnSpc>
                <a:spcPct val="80000"/>
              </a:lnSpc>
              <a:defRPr/>
            </a:pPr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US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eaLnBrk="1" hangingPunct="1">
              <a:lnSpc>
                <a:spcPct val="80000"/>
              </a:lnSpc>
              <a:defRPr/>
            </a:pPr>
            <a:r>
              <a:rPr lang="en-US" sz="24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</a:t>
            </a:r>
            <a:r>
              <a:rPr lang="en-US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</a:t>
            </a:r>
            <a:endParaRPr lang="en-US" sz="2400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9155" y="5257800"/>
            <a:ext cx="9144000" cy="1365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1555"/>
              </a:spcBef>
              <a:spcAft>
                <a:spcPts val="800"/>
              </a:spcAft>
            </a:pPr>
            <a:r>
              <a:rPr lang="en-GB" sz="2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Koneru </a:t>
            </a:r>
            <a:r>
              <a:rPr lang="en-GB" sz="28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Lakshmaiah</a:t>
            </a:r>
            <a:r>
              <a:rPr lang="en-GB" sz="2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Education Foundation</a:t>
            </a:r>
            <a:b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(Deemed to be University </a:t>
            </a:r>
            <a:r>
              <a:rPr lang="en-GB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estd</a:t>
            </a:r>
            <a: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u/s. 3 of the UGC Act, 1956)</a:t>
            </a:r>
            <a:br>
              <a:rPr lang="en-GB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Off-Campus: </a:t>
            </a:r>
            <a:r>
              <a:rPr lang="en-GB" sz="16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Bachupally-Gandimaisamma</a:t>
            </a: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Road, </a:t>
            </a:r>
            <a:r>
              <a:rPr lang="en-GB" sz="1600" b="1" kern="1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Bowrampet</a:t>
            </a: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Hyderabad, Telangana - 500 043.</a:t>
            </a:r>
            <a:b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6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Phone No: 7815926816, </a:t>
            </a:r>
            <a:r>
              <a:rPr lang="en-GB" sz="1600" b="1" u="sng" kern="100" dirty="0">
                <a:solidFill>
                  <a:srgbClr val="467886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www.klh.edu.in</a:t>
            </a: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5014" y="3969193"/>
            <a:ext cx="2499986" cy="1253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6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 of the Presentation</a:t>
            </a:r>
            <a:endParaRPr 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1"/>
            <a:ext cx="8839200" cy="467836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Flow Diagram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with Justification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Modules[Frontend web pages]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 of the Proposed Work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447800" cy="68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28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417639"/>
            <a:ext cx="8229600" cy="4708526"/>
          </a:xfrm>
        </p:spPr>
        <p:txBody>
          <a:bodyPr>
            <a:normAutofit/>
          </a:bodyPr>
          <a:lstStyle/>
          <a:p>
            <a:r>
              <a:rPr lang="en-US" sz="2800" dirty="0"/>
              <a:t>The Driving </a:t>
            </a:r>
            <a:r>
              <a:rPr lang="en-US" sz="2800" dirty="0" err="1"/>
              <a:t>Licence</a:t>
            </a:r>
            <a:r>
              <a:rPr lang="en-US" sz="2800" dirty="0"/>
              <a:t> Application Portal is a web-based system designed to simplify and digitize the process of applying for a driving </a:t>
            </a:r>
            <a:r>
              <a:rPr lang="en-US" sz="2800" dirty="0" err="1"/>
              <a:t>licence</a:t>
            </a:r>
            <a:r>
              <a:rPr lang="en-US" sz="2800" dirty="0"/>
              <a:t>. The portal allows users to register, apply for learner and permanent </a:t>
            </a:r>
            <a:r>
              <a:rPr lang="en-US" sz="2800" dirty="0" err="1"/>
              <a:t>licences</a:t>
            </a:r>
            <a:r>
              <a:rPr lang="en-US" sz="2800" dirty="0"/>
              <a:t>, schedule driving tests, upload documents, and track application status online. This system reduces paperwork, minimizes waiting time, and improves transparency between applicants and transport authorities.</a:t>
            </a:r>
            <a:endParaRPr lang="en-US" sz="2800" dirty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524000" cy="68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traditional driving </a:t>
            </a:r>
            <a:r>
              <a:rPr lang="en-US" dirty="0" err="1"/>
              <a:t>licence</a:t>
            </a:r>
            <a:r>
              <a:rPr lang="en-US" dirty="0"/>
              <a:t> process involves long queues and manual paperwork. The proposed portal provides an online solution for users to complete all </a:t>
            </a:r>
            <a:r>
              <a:rPr lang="en-US" dirty="0" err="1"/>
              <a:t>licence</a:t>
            </a:r>
            <a:r>
              <a:rPr lang="en-US" dirty="0"/>
              <a:t>-related activities digitally. It ensures faster processing, secure data management, and better user convenience.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447800" cy="60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b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Manual driving </a:t>
            </a:r>
            <a:r>
              <a:rPr lang="en-US" dirty="0" err="1"/>
              <a:t>licence</a:t>
            </a:r>
            <a:r>
              <a:rPr lang="en-US" dirty="0"/>
              <a:t> systems are time-consuming and inefficient. Applicants face delays in registration, test scheduling, and status tracking. The project aims to develop a centralized digital platform that simplifies the complete driving </a:t>
            </a:r>
            <a:r>
              <a:rPr lang="en-US" dirty="0" err="1"/>
              <a:t>licence</a:t>
            </a:r>
            <a:r>
              <a:rPr lang="en-US" dirty="0"/>
              <a:t> application process.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371600" cy="60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Flow Diagram</a:t>
            </a:r>
            <a:endParaRPr 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75349" y="1600200"/>
            <a:ext cx="8193302" cy="452596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7795"/>
            <a:ext cx="1447800" cy="60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74638"/>
            <a:ext cx="7848600" cy="1143000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with Justification</a:t>
            </a:r>
            <a:b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295401"/>
            <a:ext cx="8229600" cy="4830764"/>
          </a:xfrm>
        </p:spPr>
        <p:txBody>
          <a:bodyPr/>
          <a:lstStyle/>
          <a:p>
            <a:r>
              <a:rPr lang="en-US" dirty="0"/>
              <a:t> To automate the driving </a:t>
            </a:r>
            <a:r>
              <a:rPr lang="en-US" dirty="0" err="1"/>
              <a:t>licence</a:t>
            </a:r>
            <a:r>
              <a:rPr lang="en-US" dirty="0"/>
              <a:t> application process.</a:t>
            </a:r>
            <a:endParaRPr lang="en-US" dirty="0"/>
          </a:p>
          <a:p>
            <a:r>
              <a:rPr lang="en-US" dirty="0"/>
              <a:t>To reduce paperwork and manual errors.</a:t>
            </a:r>
            <a:endParaRPr lang="en-US" dirty="0"/>
          </a:p>
          <a:p>
            <a:r>
              <a:rPr lang="en-US" dirty="0"/>
              <a:t>To provide online scheduling and status tracking.</a:t>
            </a:r>
            <a:endParaRPr lang="en-US" dirty="0"/>
          </a:p>
          <a:p>
            <a:r>
              <a:rPr lang="en-US" dirty="0"/>
              <a:t>To improve transparency and efficiency in </a:t>
            </a:r>
            <a:r>
              <a:rPr lang="en-US" dirty="0" err="1"/>
              <a:t>licence</a:t>
            </a:r>
            <a:r>
              <a:rPr lang="en-US" dirty="0"/>
              <a:t> management.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599"/>
            <a:ext cx="1295400" cy="68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635" y="0"/>
            <a:ext cx="91446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50838"/>
            <a:ext cx="7467600" cy="94456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[CO Mapping]</a:t>
            </a:r>
            <a:endParaRPr 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639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1295400"/>
            <a:ext cx="7620000" cy="4953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274638"/>
            <a:ext cx="7467600" cy="94456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[CO Mapping]</a:t>
            </a:r>
            <a:endParaRPr 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639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Content Placeholder 1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1401764"/>
            <a:ext cx="7848600" cy="48466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274638"/>
            <a:ext cx="7467600" cy="94456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[CO Mapping]</a:t>
            </a:r>
            <a:endParaRPr 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639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1219200"/>
            <a:ext cx="8153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7162800" cy="868362"/>
          </a:xfrm>
        </p:spPr>
        <p:txBody>
          <a:bodyPr>
            <a:normAutofit fontScale="90000"/>
          </a:bodyPr>
          <a:lstStyle/>
          <a:p>
            <a:r>
              <a:rPr lang="en-US" sz="31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 of the Proposed Work</a:t>
            </a:r>
            <a:b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143001"/>
            <a:ext cx="8229600" cy="498316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project provides a secure and efficient online system for driving </a:t>
            </a:r>
            <a:r>
              <a:rPr lang="en-US" dirty="0" err="1"/>
              <a:t>licence</a:t>
            </a:r>
            <a:r>
              <a:rPr lang="en-US" dirty="0"/>
              <a:t> applications. Users can complete the process digitally, reducing delays and improving service quality. The portal enhances accessibility, transparency, and data management.</a:t>
            </a:r>
            <a:endParaRPr lang="en-US" dirty="0"/>
          </a:p>
          <a:p>
            <a:r>
              <a:rPr lang="en-IN" dirty="0"/>
              <a:t>The system reduces manual paperwork, minimizes processing delays, and improves overall service efficiency. By digitizing the application process, it ensures greater transparency, accuracy, and accountability in licence management.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74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28600"/>
            <a:ext cx="7696200" cy="6858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  <a:endParaRPr lang="en-IN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050925"/>
            <a:ext cx="8229600" cy="5075239"/>
          </a:xfrm>
        </p:spPr>
        <p:txBody>
          <a:bodyPr/>
          <a:lstStyle/>
          <a:p>
            <a:r>
              <a:rPr lang="en-US" dirty="0"/>
              <a:t>The Driving </a:t>
            </a:r>
            <a:r>
              <a:rPr lang="en-US" dirty="0" err="1"/>
              <a:t>Licence</a:t>
            </a:r>
            <a:r>
              <a:rPr lang="en-US" dirty="0"/>
              <a:t> Application Portal simplifies the </a:t>
            </a:r>
            <a:r>
              <a:rPr lang="en-US" dirty="0" err="1"/>
              <a:t>licence</a:t>
            </a:r>
            <a:r>
              <a:rPr lang="en-US" dirty="0"/>
              <a:t> process through automation and digital services. In future, the system can be integrated with AI-based verification, mobile applications, online payment gateways, and real-time notifications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295400" cy="639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  <a:endParaRPr 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Ministry of Road Transport and Highways.</a:t>
            </a:r>
            <a:endParaRPr lang="en-US" dirty="0"/>
          </a:p>
          <a:p>
            <a:r>
              <a:rPr lang="en-IN" dirty="0"/>
              <a:t>Online E-Governance Portal References.</a:t>
            </a:r>
            <a:endParaRPr lang="en-IN" dirty="0"/>
          </a:p>
          <a:p>
            <a:r>
              <a:rPr lang="en-IN" dirty="0"/>
              <a:t>Online Transport Management System Research Papers.</a:t>
            </a:r>
            <a:endParaRPr lang="en-IN" dirty="0"/>
          </a:p>
          <a:p>
            <a:r>
              <a:rPr lang="en-IN" dirty="0"/>
              <a:t>HTML, CSS, JavaScript Documentation.</a:t>
            </a:r>
            <a:endParaRPr lang="en-IN" dirty="0"/>
          </a:p>
          <a:p>
            <a:r>
              <a:rPr lang="en-IN" dirty="0"/>
              <a:t>Research Articles on Online Licence Management Systems.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92075"/>
            <a:ext cx="1447800" cy="6397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7855" y="2774216"/>
            <a:ext cx="560828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</a:t>
            </a:r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3206</Words>
  <Application>WPS Presentation</Application>
  <PresentationFormat>On-screen Show (4:3)</PresentationFormat>
  <Paragraphs>86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Times New Roman</vt:lpstr>
      <vt:lpstr>Aptos</vt:lpstr>
      <vt:lpstr>Segoe UI</vt:lpstr>
      <vt:lpstr>Calibri</vt:lpstr>
      <vt:lpstr>Microsoft YaHei</vt:lpstr>
      <vt:lpstr>Arial Unicode MS</vt:lpstr>
      <vt:lpstr>Office Theme</vt:lpstr>
      <vt:lpstr> A Project Review Meeting    on  Driving Licence Application Portal </vt:lpstr>
      <vt:lpstr>Outline of the Presentation</vt:lpstr>
      <vt:lpstr>Abstract</vt:lpstr>
      <vt:lpstr>Introduction</vt:lpstr>
      <vt:lpstr>Problem Statement </vt:lpstr>
      <vt:lpstr>Project Flow Diagram</vt:lpstr>
      <vt:lpstr>Objectives with Justification </vt:lpstr>
      <vt:lpstr> [CO Mapping]</vt:lpstr>
      <vt:lpstr> [CO Mapping]</vt:lpstr>
      <vt:lpstr>Modules [Frontend web pages]</vt:lpstr>
      <vt:lpstr>Modules [Frontend web pages]</vt:lpstr>
      <vt:lpstr>Expected Outcomes of the Proposed Work </vt:lpstr>
      <vt:lpstr>Conclusion and Future Scope</vt:lpstr>
      <vt:lpstr>References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</dc:title>
  <dc:creator>subbu</dc:creator>
  <cp:lastModifiedBy>Naveen</cp:lastModifiedBy>
  <cp:revision>204</cp:revision>
  <dcterms:created xsi:type="dcterms:W3CDTF">2006-08-16T00:00:00Z</dcterms:created>
  <dcterms:modified xsi:type="dcterms:W3CDTF">2026-06-19T08:08:52Z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37F86236711349239533FDD50A1371D3_12</vt:lpwstr>
  </property>
</Properties>
</file>