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86" r:id="rId2"/>
    <p:sldId id="260" r:id="rId3"/>
    <p:sldId id="278" r:id="rId4"/>
    <p:sldId id="257" r:id="rId5"/>
    <p:sldId id="321" r:id="rId6"/>
    <p:sldId id="326" r:id="rId7"/>
    <p:sldId id="322" r:id="rId8"/>
    <p:sldId id="323" r:id="rId9"/>
    <p:sldId id="328" r:id="rId10"/>
    <p:sldId id="329" r:id="rId11"/>
    <p:sldId id="324" r:id="rId12"/>
    <p:sldId id="277" r:id="rId13"/>
    <p:sldId id="320" r:id="rId14"/>
    <p:sldId id="327" r:id="rId15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10" autoAdjust="0"/>
    <p:restoredTop sz="94660"/>
  </p:normalViewPr>
  <p:slideViewPr>
    <p:cSldViewPr>
      <p:cViewPr varScale="1">
        <p:scale>
          <a:sx n="78" d="100"/>
          <a:sy n="78" d="100"/>
        </p:scale>
        <p:origin x="1555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0578FE-A624-4D92-B093-82C1BFA47D1F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82A2A7-8E58-4AA3-854C-AFDBFBEC253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4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1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1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1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1"/>
            <a:ext cx="5111751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1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1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9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1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1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hyperlink" Target="http://www.klh.edu.in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0"/>
            <a:ext cx="7772400" cy="1201361"/>
          </a:xfrm>
        </p:spPr>
        <p:txBody>
          <a:bodyPr>
            <a:normAutofit fontScale="90000"/>
          </a:bodyPr>
          <a:lstStyle/>
          <a:p>
            <a:pPr>
              <a:defRPr/>
            </a:pPr>
            <a:br>
              <a:rPr lang="en-US" sz="1800" b="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2200" b="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</a:t>
            </a:r>
            <a:br>
              <a:rPr lang="en-US" sz="1800" b="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</a:br>
            <a:r>
              <a:rPr lang="en-US" sz="3600" b="1" dirty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Project Review Meeting  </a:t>
            </a:r>
            <a:br>
              <a:rPr lang="en-US" sz="2200" dirty="0">
                <a:latin typeface="Times New Roman" pitchFamily="18" charset="0"/>
                <a:cs typeface="Times New Roman" pitchFamily="18" charset="0"/>
              </a:rPr>
            </a:br>
            <a:r>
              <a:rPr lang="en-US" sz="2200" b="0" dirty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on</a:t>
            </a:r>
            <a:br>
              <a:rPr lang="en-US" sz="2200" dirty="0">
                <a:latin typeface="Times New Roman" pitchFamily="18" charset="0"/>
                <a:cs typeface="Times New Roman" pitchFamily="18" charset="0"/>
              </a:rPr>
            </a:b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IN" sz="3200" dirty="0"/>
              <a:t>Driving Licence Application Portal</a:t>
            </a:r>
            <a:r>
              <a:rPr lang="en-US" sz="3200" dirty="0">
                <a:latin typeface="Times New Roman" pitchFamily="18" charset="0"/>
                <a:cs typeface="Times New Roman" pitchFamily="18" charset="0"/>
              </a:rPr>
              <a:t> </a:t>
            </a:r>
            <a:endParaRPr lang="en-US" sz="40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1000" y="1366277"/>
            <a:ext cx="8458200" cy="2895600"/>
          </a:xfrm>
        </p:spPr>
        <p:txBody>
          <a:bodyPr>
            <a:normAutofit fontScale="32500" lnSpcReduction="20000"/>
          </a:bodyPr>
          <a:lstStyle/>
          <a:p>
            <a:pPr marR="0" algn="ctr" eaLnBrk="1" hangingPunct="1">
              <a:lnSpc>
                <a:spcPct val="80000"/>
              </a:lnSpc>
              <a:defRPr/>
            </a:pPr>
            <a:endParaRPr lang="en-US" sz="2000" dirty="0">
              <a:solidFill>
                <a:srgbClr val="0D0D0D"/>
              </a:solidFill>
              <a:latin typeface="Times New Roman" pitchFamily="18" charset="0"/>
              <a:cs typeface="Times New Roman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2600" b="1" dirty="0">
              <a:solidFill>
                <a:srgbClr val="00B0F0"/>
              </a:solidFill>
              <a:latin typeface="Times New Roman" pitchFamily="18" charset="0"/>
              <a:cs typeface="Times New Roman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4300" b="1" dirty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By</a:t>
            </a: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2600" b="1" dirty="0">
              <a:solidFill>
                <a:srgbClr val="00B0F0"/>
              </a:solidFill>
              <a:latin typeface="Times New Roman" pitchFamily="18" charset="0"/>
              <a:cs typeface="Times New Roman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5000" dirty="0">
                <a:solidFill>
                  <a:srgbClr val="0D0D0D"/>
                </a:solidFill>
                <a:latin typeface="Times New Roman" pitchFamily="18" charset="0"/>
                <a:cs typeface="Times New Roman" pitchFamily="18" charset="0"/>
              </a:rPr>
              <a:t>Name : P. Naveen                        roll no : 2520030518</a:t>
            </a: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5000" dirty="0">
                <a:solidFill>
                  <a:srgbClr val="0D0D0D"/>
                </a:solidFill>
                <a:latin typeface="Times New Roman" pitchFamily="18" charset="0"/>
                <a:cs typeface="Times New Roman" pitchFamily="18" charset="0"/>
              </a:rPr>
              <a:t>Name : K. Charith                       roll no: 2520030356</a:t>
            </a: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3300" dirty="0">
                <a:solidFill>
                  <a:srgbClr val="0D0D0D"/>
                </a:solidFill>
                <a:latin typeface="Times New Roman" pitchFamily="18" charset="0"/>
                <a:cs typeface="Times New Roman" pitchFamily="18" charset="0"/>
              </a:rPr>
              <a:t>                        </a:t>
            </a:r>
          </a:p>
          <a:p>
            <a:pPr>
              <a:lnSpc>
                <a:spcPct val="80000"/>
              </a:lnSpc>
              <a:defRPr/>
            </a:pPr>
            <a:endParaRPr lang="en-US" sz="3600" b="1" dirty="0">
              <a:solidFill>
                <a:srgbClr val="00B0F0"/>
              </a:solidFill>
              <a:latin typeface="Times New Roman" pitchFamily="18" charset="0"/>
              <a:cs typeface="Times New Roman" pitchFamily="18" charset="0"/>
            </a:endParaRPr>
          </a:p>
          <a:p>
            <a:pPr>
              <a:lnSpc>
                <a:spcPct val="80000"/>
              </a:lnSpc>
              <a:defRPr/>
            </a:pPr>
            <a:r>
              <a:rPr lang="en-US" sz="3600" b="1" dirty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Team Number: 1</a:t>
            </a: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3300" dirty="0">
              <a:solidFill>
                <a:srgbClr val="0D0D0D"/>
              </a:solidFill>
              <a:latin typeface="Times New Roman" pitchFamily="18" charset="0"/>
              <a:cs typeface="Times New Roman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1300" b="1" dirty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GB" sz="3300" b="1" i="1" dirty="0">
                <a:solidFill>
                  <a:srgbClr val="FF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Under the guidance of </a:t>
            </a: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4900" dirty="0">
              <a:solidFill>
                <a:srgbClr val="0D0D0D"/>
              </a:solidFill>
              <a:latin typeface="Times New Roman" pitchFamily="18" charset="0"/>
              <a:cs typeface="Times New Roman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4900" b="1" dirty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D. Pavithra</a:t>
            </a: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3400" b="1" dirty="0">
                <a:solidFill>
                  <a:srgbClr val="00B0F0"/>
                </a:solidFill>
                <a:latin typeface="Times New Roman" pitchFamily="18" charset="0"/>
                <a:cs typeface="Times New Roman" pitchFamily="18" charset="0"/>
              </a:rPr>
              <a:t>Assistant Professor </a:t>
            </a:r>
          </a:p>
          <a:p>
            <a:pPr marR="0" algn="ctr" eaLnBrk="1" hangingPunct="1">
              <a:lnSpc>
                <a:spcPct val="80000"/>
              </a:lnSpc>
              <a:defRPr/>
            </a:pPr>
            <a:endParaRPr lang="en-US" sz="2400" b="1" dirty="0">
              <a:solidFill>
                <a:srgbClr val="0070C0"/>
              </a:solidFill>
              <a:latin typeface="Times New Roman" pitchFamily="18" charset="0"/>
              <a:cs typeface="Times New Roman" pitchFamily="18" charset="0"/>
            </a:endParaRPr>
          </a:p>
          <a:p>
            <a:pPr marR="0" algn="ctr" eaLnBrk="1" hangingPunct="1">
              <a:lnSpc>
                <a:spcPct val="80000"/>
              </a:lnSpc>
              <a:defRPr/>
            </a:pPr>
            <a:r>
              <a:rPr lang="en-US" sz="44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Department of Computer Science and Engineering</a:t>
            </a:r>
          </a:p>
          <a:p>
            <a:pPr marR="0" eaLnBrk="1" hangingPunct="1">
              <a:lnSpc>
                <a:spcPct val="80000"/>
              </a:lnSpc>
              <a:defRPr/>
            </a:pPr>
            <a:r>
              <a:rPr lang="en-US" sz="2400" b="1" dirty="0">
                <a:solidFill>
                  <a:srgbClr val="0D0D0D"/>
                </a:solidFill>
                <a:latin typeface="Times New Roman" pitchFamily="18" charset="0"/>
                <a:cs typeface="Times New Roman" pitchFamily="18" charset="0"/>
              </a:rPr>
              <a:t>                                                </a:t>
            </a:r>
            <a:r>
              <a:rPr lang="en-US" sz="2400" dirty="0">
                <a:solidFill>
                  <a:srgbClr val="0D0D0D"/>
                </a:solidFill>
                <a:latin typeface="Times New Roman" pitchFamily="18" charset="0"/>
                <a:cs typeface="Times New Roman" pitchFamily="18" charset="0"/>
              </a:rPr>
              <a:t>                                                                         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7BED8D-5B4C-C6AD-A1A2-3B730E16187D}"/>
              </a:ext>
            </a:extLst>
          </p:cNvPr>
          <p:cNvSpPr txBox="1"/>
          <p:nvPr/>
        </p:nvSpPr>
        <p:spPr>
          <a:xfrm>
            <a:off x="349155" y="5257800"/>
            <a:ext cx="9144000" cy="1365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lnSpc>
                <a:spcPct val="107000"/>
              </a:lnSpc>
              <a:spcBef>
                <a:spcPts val="1555"/>
              </a:spcBef>
              <a:spcAft>
                <a:spcPts val="800"/>
              </a:spcAft>
            </a:pPr>
            <a:r>
              <a:rPr lang="en-GB" sz="28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Koneru </a:t>
            </a:r>
            <a:r>
              <a:rPr lang="en-GB" sz="2800" b="1" kern="1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Lakshmaiah</a:t>
            </a:r>
            <a:r>
              <a:rPr lang="en-GB" sz="28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Education Foundation</a:t>
            </a:r>
            <a:br>
              <a:rPr lang="en-GB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(Deemed to be University </a:t>
            </a:r>
            <a:r>
              <a:rPr lang="en-GB" b="1" kern="1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estd</a:t>
            </a:r>
            <a:r>
              <a:rPr lang="en-GB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u/s. 3 of the UGC Act, 1956)</a:t>
            </a:r>
            <a:br>
              <a:rPr lang="en-GB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16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Off-Campus: </a:t>
            </a:r>
            <a:r>
              <a:rPr lang="en-GB" sz="1600" b="1" kern="1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Bachupally-Gandimaisamma</a:t>
            </a:r>
            <a:r>
              <a:rPr lang="en-GB" sz="16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Road, </a:t>
            </a:r>
            <a:r>
              <a:rPr lang="en-GB" sz="1600" b="1" kern="1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Bowrampet</a:t>
            </a:r>
            <a:r>
              <a:rPr lang="en-GB" sz="16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Hyderabad, Telangana - 500 043.</a:t>
            </a:r>
            <a:br>
              <a:rPr lang="en-GB" sz="16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1600" b="1" kern="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Phone No: 7815926816, </a:t>
            </a:r>
            <a:r>
              <a:rPr lang="en-GB" sz="1600" b="1" u="sng" kern="100" dirty="0">
                <a:solidFill>
                  <a:srgbClr val="467886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www.klh.edu.in</a:t>
            </a:r>
            <a:endParaRPr lang="en-US" sz="16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923E41-97D0-4F6C-49B5-B2194BF28C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5014" y="3969193"/>
            <a:ext cx="2499986" cy="12530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60336"/>
            <a:ext cx="8229600" cy="1143000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Outline of the 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" y="1447801"/>
            <a:ext cx="8839200" cy="4678363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Abstract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Introduction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Problem Statement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Project Flow Diagram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Objectives with Justification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Modules[Frontend web pages]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Expected Outcomes of the Proposed Work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Conclusion </a:t>
            </a:r>
          </a:p>
          <a:p>
            <a:r>
              <a:rPr lang="en-US" dirty="0">
                <a:latin typeface="Times New Roman" pitchFamily="18" charset="0"/>
                <a:cs typeface="Times New Roman" pitchFamily="18" charset="0"/>
              </a:rPr>
              <a:t>References</a:t>
            </a:r>
          </a:p>
          <a:p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703F64-1981-E3B7-E2B4-D11A4F6B6E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28599"/>
            <a:ext cx="1447800" cy="685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Abstract</a:t>
            </a:r>
            <a:endParaRPr lang="en-US" sz="2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4F074E8-72E0-E39A-EEE7-DFD44C874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9"/>
            <a:ext cx="8229600" cy="4708526"/>
          </a:xfrm>
        </p:spPr>
        <p:txBody>
          <a:bodyPr>
            <a:normAutofit/>
          </a:bodyPr>
          <a:lstStyle/>
          <a:p>
            <a:r>
              <a:rPr lang="en-US" sz="2800" dirty="0"/>
              <a:t>The Driving </a:t>
            </a:r>
            <a:r>
              <a:rPr lang="en-US" sz="2800" dirty="0" err="1"/>
              <a:t>Licence</a:t>
            </a:r>
            <a:r>
              <a:rPr lang="en-US" sz="2800" dirty="0"/>
              <a:t> Application Portal is a web-based system designed to simplify and digitize the process of applying for a driving </a:t>
            </a:r>
            <a:r>
              <a:rPr lang="en-US" sz="2800" dirty="0" err="1"/>
              <a:t>licence</a:t>
            </a:r>
            <a:r>
              <a:rPr lang="en-US" sz="2800" dirty="0"/>
              <a:t>. The portal allows users to register, apply for learner and permanent </a:t>
            </a:r>
            <a:r>
              <a:rPr lang="en-US" sz="2800" dirty="0" err="1"/>
              <a:t>licences</a:t>
            </a:r>
            <a:r>
              <a:rPr lang="en-US" sz="2800" dirty="0"/>
              <a:t>, schedule driving tests, upload documents, and track application status online. This system reduces paperwork, minimizes waiting time, and improves transparency between applicants and transport authorities.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D39851-D9C0-A33B-6D40-99E6F7DCA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28599"/>
            <a:ext cx="1524000" cy="685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Introduction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7586B6-5276-B3E3-CFD5-8DB648A7A8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traditional driving </a:t>
            </a:r>
            <a:r>
              <a:rPr lang="en-US" dirty="0" err="1"/>
              <a:t>licence</a:t>
            </a:r>
            <a:r>
              <a:rPr lang="en-US" dirty="0"/>
              <a:t> process involves long queues and manual paperwork. The proposed portal provides an online solution for users to complete all </a:t>
            </a:r>
            <a:r>
              <a:rPr lang="en-US" dirty="0" err="1"/>
              <a:t>licence</a:t>
            </a:r>
            <a:r>
              <a:rPr lang="en-US" dirty="0"/>
              <a:t>-related activities digitally. It ensures faster processing, secure data management, and better user convenience.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B39558-3DAD-272B-5CA3-14B0A3E7EC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28599"/>
            <a:ext cx="1447800" cy="609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2488A-85CD-AB3F-6CFA-D3CF620C1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12521-5D18-3AE3-CFBD-94ED2EEDA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1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Problem Statement</a:t>
            </a:r>
            <a:br>
              <a:rPr lang="en-US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</a:br>
            <a:endParaRPr lang="en-US" b="1" dirty="0">
              <a:solidFill>
                <a:srgbClr val="0070C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D7B1E9-20DA-C5AF-B180-FACA704361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Manual driving </a:t>
            </a:r>
            <a:r>
              <a:rPr lang="en-US" dirty="0" err="1"/>
              <a:t>licence</a:t>
            </a:r>
            <a:r>
              <a:rPr lang="en-US" dirty="0"/>
              <a:t> systems are time-consuming and inefficient. Applicants face delays in registration, test scheduling, and status tracking. The project aims to develop a centralized digital platform that simplifies the complete driving </a:t>
            </a:r>
            <a:r>
              <a:rPr lang="en-US" dirty="0" err="1"/>
              <a:t>licence</a:t>
            </a:r>
            <a:r>
              <a:rPr lang="en-US" dirty="0"/>
              <a:t> application process.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6AF5D-F740-815B-410D-F8AD0C19F9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28599"/>
            <a:ext cx="1371600" cy="6096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90799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927C-18CB-E7CD-17FE-184519BC8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0BF7C-4E42-3323-319A-9E8717B94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Project Flow Diagram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DBB1508-7CD2-4EFE-AA75-60321E85C4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5349" y="1600200"/>
            <a:ext cx="8193302" cy="452596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1A8919B-D2F8-AD13-EF7B-0B064723F9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157795"/>
            <a:ext cx="1447800" cy="6096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039695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A8A46-CB7B-6564-F4CB-752687964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F7678-0395-6DAC-CFB1-E2B3DAA9A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274638"/>
            <a:ext cx="7848600" cy="1143000"/>
          </a:xfrm>
        </p:spPr>
        <p:txBody>
          <a:bodyPr>
            <a:normAutofit fontScale="90000"/>
          </a:bodyPr>
          <a:lstStyle/>
          <a:p>
            <a:r>
              <a:rPr lang="en-US" sz="31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Objectives with Justification</a:t>
            </a:r>
            <a:br>
              <a:rPr lang="en-US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</a:br>
            <a:endParaRPr lang="en-US" b="1" dirty="0">
              <a:solidFill>
                <a:srgbClr val="0070C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E92AC0-5ACE-1D58-9D37-96B7B27D6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95401"/>
            <a:ext cx="8229600" cy="4830764"/>
          </a:xfrm>
        </p:spPr>
        <p:txBody>
          <a:bodyPr/>
          <a:lstStyle/>
          <a:p>
            <a:r>
              <a:rPr lang="en-US" dirty="0"/>
              <a:t> To automate the driving </a:t>
            </a:r>
            <a:r>
              <a:rPr lang="en-US" dirty="0" err="1"/>
              <a:t>licence</a:t>
            </a:r>
            <a:r>
              <a:rPr lang="en-US" dirty="0"/>
              <a:t> application process.</a:t>
            </a:r>
          </a:p>
          <a:p>
            <a:r>
              <a:rPr lang="en-US" dirty="0"/>
              <a:t>To reduce paperwork and manual errors.</a:t>
            </a:r>
          </a:p>
          <a:p>
            <a:r>
              <a:rPr lang="en-US" dirty="0"/>
              <a:t>To provide online scheduling and status tracking.</a:t>
            </a:r>
          </a:p>
          <a:p>
            <a:r>
              <a:rPr lang="en-US" dirty="0"/>
              <a:t>To improve transparency and efficiency in </a:t>
            </a:r>
            <a:r>
              <a:rPr lang="en-US" dirty="0" err="1"/>
              <a:t>licence</a:t>
            </a:r>
            <a:r>
              <a:rPr lang="en-US" dirty="0"/>
              <a:t> management.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E80AD5-163E-DB68-2056-49EE1F1D6C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228599"/>
            <a:ext cx="1295400" cy="6858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96548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F5BA9-1BD9-9B5B-2F31-1D5E87DEC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B2385-D33C-E0C3-891C-98EDDEA01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800" y="274638"/>
            <a:ext cx="7467600" cy="944562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Modules [Frontend web pages]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9A09CE-DAD7-52FC-861A-08A399E89F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2075"/>
            <a:ext cx="1295400" cy="6397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0AB43885-1D67-6240-A710-2E0C3CA6C7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2000" y="1295400"/>
            <a:ext cx="7620000" cy="495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1335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75D29-4A0F-BFD7-0A06-078A3BD2C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9DFCE-84E6-F2E7-8128-F30F6962B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800" y="274638"/>
            <a:ext cx="7467600" cy="944562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Modules [Frontend web pages]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C8DC30-666F-3F89-B5D2-53F74C725C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2075"/>
            <a:ext cx="1295400" cy="6397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1904DBA-ED3E-183D-CD24-0A119BA413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62000" y="1401764"/>
            <a:ext cx="7848600" cy="4846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9459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EF9BD-789D-602C-33F8-DF9B33574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7EF3B-E1BA-614B-1368-8CA05EA35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7800" y="274638"/>
            <a:ext cx="7467600" cy="944562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Modules [Frontend web pages]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E22033-C158-5E60-9238-52B4AA8CC0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2075"/>
            <a:ext cx="1295400" cy="639761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EA276A2-CD74-6544-F36C-EB7447A0FD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33400" y="1219200"/>
            <a:ext cx="815340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874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A0219-72F6-E875-BE00-9DC12E326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AD0D1-C48F-F8C2-40B0-E97271642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4638"/>
            <a:ext cx="7162800" cy="868362"/>
          </a:xfrm>
        </p:spPr>
        <p:txBody>
          <a:bodyPr>
            <a:normAutofit fontScale="90000"/>
          </a:bodyPr>
          <a:lstStyle/>
          <a:p>
            <a:r>
              <a:rPr lang="en-US" sz="31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Expected Outcomes of the Proposed Work</a:t>
            </a:r>
            <a:br>
              <a:rPr lang="en-US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</a:br>
            <a:endParaRPr lang="en-US" b="1" dirty="0">
              <a:solidFill>
                <a:srgbClr val="0070C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70A7B1-AE81-675E-BE7D-3D5A36D1C3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1"/>
            <a:ext cx="8229600" cy="498316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 project provides a secure and efficient online system for driving </a:t>
            </a:r>
            <a:r>
              <a:rPr lang="en-US" dirty="0" err="1"/>
              <a:t>licence</a:t>
            </a:r>
            <a:r>
              <a:rPr lang="en-US" dirty="0"/>
              <a:t> applications. Users can complete the process digitally, reducing delays and improving service quality. The portal enhances accessibility, transparency, and data management.</a:t>
            </a:r>
          </a:p>
          <a:p>
            <a:r>
              <a:rPr lang="en-IN" dirty="0"/>
              <a:t>The system reduces manual paperwork, minimizes processing delays, and improves overall service efficiency. By digitizing the application process, it ensures greater transparency, accuracy, and accountability in licence management.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CB392D-6672-9401-8EB8-2E1BA48858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2075"/>
            <a:ext cx="1295400" cy="7461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04880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28600"/>
            <a:ext cx="7696200" cy="685800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itchFamily="18" charset="0"/>
                <a:cs typeface="Times New Roman" pitchFamily="18" charset="0"/>
              </a:rPr>
              <a:t>Conclusion and Future Scope</a:t>
            </a:r>
            <a:endParaRPr lang="en-IN" sz="2800" b="1" dirty="0">
              <a:solidFill>
                <a:srgbClr val="0070C0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422A072-7E3B-BDEF-9B7B-2762599021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050925"/>
            <a:ext cx="8229600" cy="5075239"/>
          </a:xfrm>
        </p:spPr>
        <p:txBody>
          <a:bodyPr/>
          <a:lstStyle/>
          <a:p>
            <a:r>
              <a:rPr lang="en-US" dirty="0"/>
              <a:t>The Driving </a:t>
            </a:r>
            <a:r>
              <a:rPr lang="en-US" dirty="0" err="1"/>
              <a:t>Licence</a:t>
            </a:r>
            <a:r>
              <a:rPr lang="en-US" dirty="0"/>
              <a:t> Application Portal simplifies the </a:t>
            </a:r>
            <a:r>
              <a:rPr lang="en-US" dirty="0" err="1"/>
              <a:t>licence</a:t>
            </a:r>
            <a:r>
              <a:rPr lang="en-US" dirty="0"/>
              <a:t> process through automation and digital services. In future, the system can be integrated with AI-based verification, mobile applications, online payment gateways, and real-time notifications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884086-DCA6-09DA-2ED3-B35984EF31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2075"/>
            <a:ext cx="1295400" cy="6397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References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C677EB-3C69-1E22-5FF9-F70E3FD99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Ministry of Road Transport and Highways.</a:t>
            </a:r>
          </a:p>
          <a:p>
            <a:r>
              <a:rPr lang="en-IN" dirty="0"/>
              <a:t>Online E-Governance Portal References.</a:t>
            </a:r>
          </a:p>
          <a:p>
            <a:r>
              <a:rPr lang="en-IN" dirty="0"/>
              <a:t>Online Transport Management System Research Papers.</a:t>
            </a:r>
          </a:p>
          <a:p>
            <a:r>
              <a:rPr lang="en-IN" dirty="0"/>
              <a:t>HTML, CSS, JavaScript Documentation.</a:t>
            </a:r>
          </a:p>
          <a:p>
            <a:r>
              <a:rPr lang="en-IN" dirty="0"/>
              <a:t>Research Articles on Online Licence Management Systems.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1A5246-9866-9B93-E230-9793263438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92075"/>
            <a:ext cx="1447800" cy="6397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2075-789A-8ABC-0318-3539CA69D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D8B799-1014-A270-C662-4E878FAC9288}"/>
              </a:ext>
            </a:extLst>
          </p:cNvPr>
          <p:cNvSpPr/>
          <p:nvPr/>
        </p:nvSpPr>
        <p:spPr>
          <a:xfrm>
            <a:off x="1767855" y="2774216"/>
            <a:ext cx="5608289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Thank you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58411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1863</TotalTime>
  <Words>507</Words>
  <Application>Microsoft Office PowerPoint</Application>
  <PresentationFormat>On-screen Show (4:3)</PresentationFormat>
  <Paragraphs>58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Times New Roman</vt:lpstr>
      <vt:lpstr>Office Theme</vt:lpstr>
      <vt:lpstr> A Project Review Meeting    on  Driving Licence Application Portal </vt:lpstr>
      <vt:lpstr>Outline of the Presentation</vt:lpstr>
      <vt:lpstr>Abstract</vt:lpstr>
      <vt:lpstr>Introduction</vt:lpstr>
      <vt:lpstr>Problem Statement </vt:lpstr>
      <vt:lpstr>Project Flow Diagram</vt:lpstr>
      <vt:lpstr>Objectives with Justification </vt:lpstr>
      <vt:lpstr>Modules [Frontend web pages]</vt:lpstr>
      <vt:lpstr>Modules [Frontend web pages]</vt:lpstr>
      <vt:lpstr>Modules [Frontend web pages]</vt:lpstr>
      <vt:lpstr>Expected Outcomes of the Proposed Work </vt:lpstr>
      <vt:lpstr>Conclusion and Future Scope</vt:lpstr>
      <vt:lpstr>References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Abstract</dc:title>
  <dc:creator>subbu</dc:creator>
  <cp:lastModifiedBy>naveenpaila744@outlook.com</cp:lastModifiedBy>
  <cp:revision>202</cp:revision>
  <dcterms:created xsi:type="dcterms:W3CDTF">2006-08-16T00:00:00Z</dcterms:created>
  <dcterms:modified xsi:type="dcterms:W3CDTF">2026-06-11T10:20:40Z</dcterms:modified>
</cp:coreProperties>
</file>